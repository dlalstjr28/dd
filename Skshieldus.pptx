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3F56D-45CB-4A14-BF3B-4DB25CD36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A274AFB-F96F-4D67-84F0-81448B40F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CCA3B4-C1BA-4896-AA0C-C9A8E3816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A3D7-D41C-4348-9248-4FBC04CB23E8}" type="datetimeFigureOut">
              <a:rPr lang="ko-KR" altLang="en-US" smtClean="0"/>
              <a:t>2022-04-04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E4899E-51D1-4BF7-9EF8-26E761F61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DA093E-A82C-41D4-832D-AE0ED01C6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B768-8F47-41E2-B618-30CB216FD9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74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4FFFE-E11A-4D7D-A099-9E131C1A4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F55076-C31E-4D4C-A84C-60CE85659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9BD10E-8AE6-42F0-A9FD-621CC5F3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A3D7-D41C-4348-9248-4FBC04CB23E8}" type="datetimeFigureOut">
              <a:rPr lang="ko-KR" altLang="en-US" smtClean="0"/>
              <a:t>2022-04-04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1DC166-F48D-4362-9FA9-C68047C1F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76B9E1-B2AB-4D78-A17E-F25347BD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B768-8F47-41E2-B618-30CB216FD9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808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30EFB-4B55-408D-8948-7D5F1C57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6654DF-D1DF-455A-A227-305294D5F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4F30D5-7AF3-452E-954A-C50841DBB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A3D7-D41C-4348-9248-4FBC04CB23E8}" type="datetimeFigureOut">
              <a:rPr lang="ko-KR" altLang="en-US" smtClean="0"/>
              <a:t>2022-04-04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2C7C14-7DDA-4292-9310-73E6F2CC7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81DD54-C34C-42CF-8C9B-06DB1DE64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B768-8F47-41E2-B618-30CB216FD9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996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96A71-B7D1-4DA6-85F6-D781DC79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96B410-0759-43F3-9C5F-875008271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E0A610-CA6C-4A0B-965C-473EEE3CD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F562D3-FAF2-411B-B298-DEEBE41B3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A3D7-D41C-4348-9248-4FBC04CB23E8}" type="datetimeFigureOut">
              <a:rPr lang="ko-KR" altLang="en-US" smtClean="0"/>
              <a:t>2022-04-04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65A598-F04C-4163-B875-328124D9E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3F0AD0-72F7-4BF7-9679-4E1F666D1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B768-8F47-41E2-B618-30CB216FD9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440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26E92-80DC-421B-8A70-B5FDB3086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B62882-3C09-4C34-9E29-B4CAC6C15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334A7-CF32-4E4A-A1CA-CC2B3D73F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422E83-C7DC-4490-9692-98E9AD1DF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73DF02-E599-47C6-80D7-70C1C5787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658429A-2BC4-42C9-801C-12394856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A3D7-D41C-4348-9248-4FBC04CB23E8}" type="datetimeFigureOut">
              <a:rPr lang="ko-KR" altLang="en-US" smtClean="0"/>
              <a:t>2022-04-04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BE14F0-ACBC-4C05-9C4D-3C7F02714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B5DA92-2769-4139-AD16-8DAAB627B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B768-8F47-41E2-B618-30CB216FD9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989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599F3-A6BB-49C1-8B61-B931BB313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7055DFF-767B-44B2-9E1A-1AF8C4BB3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A3D7-D41C-4348-9248-4FBC04CB23E8}" type="datetimeFigureOut">
              <a:rPr lang="ko-KR" altLang="en-US" smtClean="0"/>
              <a:t>2022-04-04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E825C4-17BD-4E4A-ABE1-E3B09E977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0725AE-E635-4E91-B6B5-A625C99B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B768-8F47-41E2-B618-30CB216FD9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708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818209-5347-47F0-85AD-38048B168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A3D7-D41C-4348-9248-4FBC04CB23E8}" type="datetimeFigureOut">
              <a:rPr lang="ko-KR" altLang="en-US" smtClean="0"/>
              <a:t>2022-04-04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C1FA43D-76C5-4BFA-9590-6B069E4C2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097F74-5ABF-4D8E-A453-1A0FDFBE7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B768-8F47-41E2-B618-30CB216FD9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215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FD5C58-2714-44B2-A7DA-294547696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6FC3D5-CD3E-4383-A5C9-7B610BD31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9597D7-1B20-4862-8B5C-712ABF030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B0EDE7-E6CC-4BAA-A67E-ED3318396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A3D7-D41C-4348-9248-4FBC04CB23E8}" type="datetimeFigureOut">
              <a:rPr lang="ko-KR" altLang="en-US" smtClean="0"/>
              <a:t>2022-04-04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1805F4-C923-401C-A182-97AC3D75B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B37100-2238-48FF-A2E2-A28FB20A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B768-8F47-41E2-B618-30CB216FD9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004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40BD48-EEB2-42D3-88C0-C744F2EA1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1185A2-3AE6-4611-956C-15C9537D46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11611B-CB26-48AA-B193-EAFC08016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7359AE-15B8-4D20-B75A-F4E4C90C5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A3D7-D41C-4348-9248-4FBC04CB23E8}" type="datetimeFigureOut">
              <a:rPr lang="ko-KR" altLang="en-US" smtClean="0"/>
              <a:t>2022-04-04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EF71AC-B90A-43A4-9618-4DC260BB0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FF455B-B826-471A-9C30-0A9151E53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B768-8F47-41E2-B618-30CB216FD9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696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3F98A-9074-4BD0-B7C5-440CF8D27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92B332-851D-4EBB-8929-F62B48C4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C97F1A-6DD2-410D-BBD4-A6CD6AD83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A3D7-D41C-4348-9248-4FBC04CB23E8}" type="datetimeFigureOut">
              <a:rPr lang="ko-KR" altLang="en-US" smtClean="0"/>
              <a:t>2022-04-04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0C8759-76EF-4923-A3EC-42B314076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E01505-D378-4ADB-9C28-DC6A0BFA7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B768-8F47-41E2-B618-30CB216FD9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782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A2545E-A93B-4FE3-9372-00991E814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9FC15-8F55-49AF-821F-18F4AEDD3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09A792-8B79-4EDA-B45E-372CE32C5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A3D7-D41C-4348-9248-4FBC04CB23E8}" type="datetimeFigureOut">
              <a:rPr lang="ko-KR" altLang="en-US" smtClean="0"/>
              <a:t>2022-04-04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63F203-B60F-4CBC-A6A2-AAA1E1547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09528D-73BE-468A-854C-BF136BED6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B768-8F47-41E2-B618-30CB216FD9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4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D26AC8C-E0A1-4056-A5C8-9FEA1AB4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DCC2D8-84C9-4EA0-836B-0FCBE8B6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868304-EE6C-4B3C-81DB-FEF3E7B85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BA3D7-D41C-4348-9248-4FBC04CB23E8}" type="datetimeFigureOut">
              <a:rPr lang="ko-KR" altLang="en-US" smtClean="0"/>
              <a:t>2022-04-04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B4C2EE-8A13-40F0-A0CB-0960AFB69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37A105-C423-4E44-A4D4-078058519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9B768-8F47-41E2-B618-30CB216FD9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812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3939D6-2D55-4FED-A380-D700C81328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Skshieldus</a:t>
            </a:r>
            <a:br>
              <a:rPr lang="en-US" altLang="ko-KR" dirty="0"/>
            </a:br>
            <a:r>
              <a:rPr lang="en-US" altLang="ko-KR" dirty="0" err="1"/>
              <a:t>Skinfosec</a:t>
            </a:r>
            <a:br>
              <a:rPr lang="en-US" altLang="ko-KR" dirty="0"/>
            </a:br>
            <a:r>
              <a:rPr lang="en-US" altLang="ko-KR" dirty="0"/>
              <a:t>infosec</a:t>
            </a:r>
            <a:br>
              <a:rPr lang="en-US" altLang="ko-KR" dirty="0"/>
            </a:br>
            <a:r>
              <a:rPr lang="en-US" altLang="ko-KR" dirty="0"/>
              <a:t>hello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AF0EC8-DFB9-4728-A5D5-3AA75A4D1E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Skshieldus</a:t>
            </a:r>
            <a:br>
              <a:rPr lang="en-US" altLang="ko-KR" dirty="0"/>
            </a:br>
            <a:r>
              <a:rPr lang="en-US" altLang="ko-KR" dirty="0" err="1"/>
              <a:t>Skinfosec</a:t>
            </a:r>
            <a:br>
              <a:rPr lang="en-US" altLang="ko-KR" dirty="0"/>
            </a:br>
            <a:r>
              <a:rPr lang="en-US" altLang="ko-KR" dirty="0"/>
              <a:t>infosec</a:t>
            </a:r>
            <a:br>
              <a:rPr lang="en-US" altLang="ko-KR" dirty="0"/>
            </a:br>
            <a:r>
              <a:rPr lang="en-US" altLang="ko-KR" dirty="0"/>
              <a:t>hello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5464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Skshieldus Skinfosec infosec hello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Skshieldus Skinfosec infosec hello</dc:title>
  <dc:creator>이민석[ 학부졸업 / 수학과 ]</dc:creator>
  <cp:lastModifiedBy>이민석[ 학부졸업 / 수학과 ]</cp:lastModifiedBy>
  <cp:revision>1</cp:revision>
  <dcterms:created xsi:type="dcterms:W3CDTF">2022-04-04T02:24:56Z</dcterms:created>
  <dcterms:modified xsi:type="dcterms:W3CDTF">2022-04-04T02:25:25Z</dcterms:modified>
</cp:coreProperties>
</file>